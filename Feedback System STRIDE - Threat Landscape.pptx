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ra N" userId="c92355c8-62f0-436e-9bc8-6e48e70e523a" providerId="ADAL" clId="{CFB2A646-0076-40F1-B8A8-51351BD7F73A}"/>
    <pc:docChg chg="custSel modSld">
      <pc:chgData name="Chaitra N" userId="c92355c8-62f0-436e-9bc8-6e48e70e523a" providerId="ADAL" clId="{CFB2A646-0076-40F1-B8A8-51351BD7F73A}" dt="2025-11-28T16:06:57.837" v="1" actId="478"/>
      <pc:docMkLst>
        <pc:docMk/>
      </pc:docMkLst>
      <pc:sldChg chg="addSp delSp modSp mod">
        <pc:chgData name="Chaitra N" userId="c92355c8-62f0-436e-9bc8-6e48e70e523a" providerId="ADAL" clId="{CFB2A646-0076-40F1-B8A8-51351BD7F73A}" dt="2025-11-28T16:06:57.837" v="1" actId="478"/>
        <pc:sldMkLst>
          <pc:docMk/>
          <pc:sldMk cId="0" sldId="256"/>
        </pc:sldMkLst>
        <pc:spChg chg="del">
          <ac:chgData name="Chaitra N" userId="c92355c8-62f0-436e-9bc8-6e48e70e523a" providerId="ADAL" clId="{CFB2A646-0076-40F1-B8A8-51351BD7F73A}" dt="2025-11-28T16:06:54.682" v="0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Chaitra N" userId="c92355c8-62f0-436e-9bc8-6e48e70e523a" providerId="ADAL" clId="{CFB2A646-0076-40F1-B8A8-51351BD7F73A}" dt="2025-11-28T16:06:57.837" v="1" actId="478"/>
          <ac:spMkLst>
            <pc:docMk/>
            <pc:sldMk cId="0" sldId="256"/>
            <ac:spMk id="5" creationId="{5634C509-609D-1D99-CFFE-FEFBEBA051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3365" y="1283728"/>
            <a:ext cx="10668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Model Using STRIDE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Feedback Sharing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D53B07-03F0-4D9C-B78A-C2693F1A1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705" t="4845" r="15555" b="2152"/>
          <a:stretch/>
        </p:blipFill>
        <p:spPr>
          <a:xfrm>
            <a:off x="0" y="502024"/>
            <a:ext cx="12192000" cy="6556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D969AD-F36C-42AF-8C11-E13B5A043183}"/>
              </a:ext>
            </a:extLst>
          </p:cNvPr>
          <p:cNvSpPr txBox="1"/>
          <p:nvPr/>
        </p:nvSpPr>
        <p:spPr>
          <a:xfrm>
            <a:off x="0" y="-21196"/>
            <a:ext cx="7234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 of Feedback Sharing System 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AB23-A64E-4C7B-A759-EDA1DDD0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STRIDE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6E8A7-705D-437D-8689-86DF39AE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388" y="1690688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Spoofing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Repudiation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Disclosure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 of Privileges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60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012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012" y="1117414"/>
            <a:ext cx="11452411" cy="548061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Person/role, machine, file, process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spoofing (creating replica sites to steal credentials), MAC address spoofing (impersonating legitimate devices on a network), IP address spoofing (disguising the origin of network traffic).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breaches, reputational damage, compromised systems, Financial loss (e.g., fraudulent transactions).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Strong authentication mechanisms (multi-factor authentication, digital certificates), user education on identifying spoofing attempts, network security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24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24" y="1135342"/>
            <a:ext cx="11461376" cy="572265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File/data, memory, network, process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Modifying files (documents, code, configurations), altering memory contents, manipulating network packets, injecting malicious code into processes.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 instability, data corruption, unauthorized access, process interruptions.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integrity checks (hashing, digital signatures), memory protection mechanisms, network intrusion detection/prevention systems (IDS/IPS), process monitoring and sandboxing.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5342"/>
            <a:ext cx="11353800" cy="572265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Logs, database, location of logs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Deleting or altering logs, corrupting databases, hiding location of logs to prevent accountability.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Difficulty in incident response, forensic analysis, and recovering from attacks, potential legal and regulatory issues.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log storage with tamper-evident mechanisms, immutable databases, regular backups, log forwarding, centralized log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447" y="1233954"/>
            <a:ext cx="11353800" cy="57226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stores, data in transit, data in memory, data within a process, data within a file/device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Unauthorized access to databases, eavesdropping on network traffic, memory scraping, process injection, malware exfiltration.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breaches, privacy violations, loss of confidential information, financial losses, compliance issues.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encryption, access controls, network segmentation, data loss prevention (DLP), regular security assessments and incident response plans.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 (DoS)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0166"/>
            <a:ext cx="11353800" cy="560611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Process (Web Application), data store, data flow, network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Flooding systems with requests, consuming resources, exploiting vulnerabilities, targeting network infrastructure.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Service disruptions, financial losses, downtime, damage to reputation, user frustration.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Rate limiting, resource monitoring, DDoS mitigation solutions, network security filtering, redundancy and failover mechanisms.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 of Privilege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0"/>
            <a:ext cx="11353800" cy="560466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Compromising a process, circumventing authorization, tampering data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Exploiting LDAP vulnerabilities, social engineering, brute-force attacks, password spraying.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Unauthorized access to sensitive systems, data theft, disruption of operations, privilege escalation attacks.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Least privilege principle (granting only necessary permissions), strong password policies, patch management, application whitelisting, user education on secure practices, network segmentation.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519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 Threat Model Using STRIDE Use case: Feedback Sharing System</vt:lpstr>
      <vt:lpstr>PowerPoint Presentation</vt:lpstr>
      <vt:lpstr>STRIDE Model:</vt:lpstr>
      <vt:lpstr>Spoofing</vt:lpstr>
      <vt:lpstr>Tampering</vt:lpstr>
      <vt:lpstr>Repudiation</vt:lpstr>
      <vt:lpstr>Information Disclosure</vt:lpstr>
      <vt:lpstr>Denial of Service (DoS)</vt:lpstr>
      <vt:lpstr>Elevation of Privilege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STRIDE</dc:title>
  <dc:creator>bakor</dc:creator>
  <cp:lastModifiedBy>Chaitra N</cp:lastModifiedBy>
  <cp:revision>7</cp:revision>
  <dcterms:created xsi:type="dcterms:W3CDTF">2024-02-09T12:26:14Z</dcterms:created>
  <dcterms:modified xsi:type="dcterms:W3CDTF">2025-11-28T16:07:00Z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FAF6E6538AA846B59C34EE24386E8785_11</vt:lpwstr>
  </property>
  <property fmtid="{D5CDD505-2E9C-101B-9397-08002B2CF9AE}" pid="3" name="KSOProductBuildVer">
    <vt:lpwstr>1033-12.2.0.13431</vt:lpwstr>
  </property>
</Properties>
</file>